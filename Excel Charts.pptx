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sldIdLst>
    <p:sldId id="256" r:id="rId3"/>
    <p:sldId id="257" r:id="rId4"/>
    <p:sldId id="260" r:id="rId5"/>
    <p:sldId id="262" r:id="rId6"/>
    <p:sldId id="263" r:id="rId7"/>
    <p:sldId id="265" r:id="rId8"/>
    <p:sldId id="266" r:id="rId9"/>
    <p:sldId id="267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69960" y="1473120"/>
            <a:ext cx="6003720" cy="19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" name="Google Shape;12;p2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3;p11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54;p11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39280" y="1761840"/>
            <a:ext cx="657576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70000"/>
              </a:lnSpc>
              <a:buNone/>
            </a:pPr>
            <a:r>
              <a:rPr lang="fr-FR" sz="7200" b="0" u="none" strike="noStrike">
                <a:solidFill>
                  <a:schemeClr val="lt1"/>
                </a:solidFill>
                <a:effectLst/>
                <a:uFillTx/>
                <a:latin typeface="Geist ExtraBold"/>
                <a:ea typeface="Geist ExtraBold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9;p1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39440" y="4144680"/>
            <a:ext cx="2775960" cy="76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54840" y="1320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654840" y="1851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654840" y="2382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654840" y="2913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4599720" y="1320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4599720" y="1851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title"/>
          </p:nvPr>
        </p:nvSpPr>
        <p:spPr>
          <a:xfrm>
            <a:off x="4599720" y="2382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title"/>
          </p:nvPr>
        </p:nvSpPr>
        <p:spPr>
          <a:xfrm>
            <a:off x="4599720" y="2913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7" name="Google Shape;77;p13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9;p14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81920" y="1324080"/>
            <a:ext cx="5879520" cy="106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0" name="Google Shape;82;p14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5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" name="Google Shape;85;p15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35440" y="527040"/>
            <a:ext cx="2840040" cy="75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687280" y="0"/>
            <a:ext cx="3456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90;p16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Google Shape;91;p16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320760"/>
            <a:ext cx="342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0;p17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101;p17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838040" y="331200"/>
            <a:ext cx="40770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12;p18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3" name="Google Shape;113;p18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331200"/>
            <a:ext cx="356436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16;p19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" name="Google Shape;117;p19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194800" y="649080"/>
            <a:ext cx="3713760" cy="17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120;p19"/>
          <p:cNvSpPr/>
          <p:nvPr/>
        </p:nvSpPr>
        <p:spPr>
          <a:xfrm>
            <a:off x="249120" y="37357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5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22;p20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123;p20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4;p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2" name="Google Shape;15;p3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408840" y="2769120"/>
            <a:ext cx="5183640" cy="126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551160" y="1058760"/>
            <a:ext cx="4993560" cy="34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70000"/>
              </a:lnSpc>
              <a:buNone/>
            </a:pPr>
            <a:r>
              <a:rPr lang="fr-FR" sz="28000" b="0" u="none" strike="noStrike">
                <a:solidFill>
                  <a:schemeClr val="lt1"/>
                </a:solidFill>
                <a:effectLst/>
                <a:uFillTx/>
                <a:latin typeface="Geist ExtraBold"/>
                <a:ea typeface="Geist ExtraBold"/>
              </a:rPr>
              <a:t>xx%</a:t>
            </a:r>
            <a:endParaRPr lang="fr-FR" sz="2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25;p21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6" name="Google Shape;126;p21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9;p4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50" name="Google Shape;22;p4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24;p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2" name="Google Shape;25;p5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26760" y="331200"/>
            <a:ext cx="28882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32;p6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50680" y="331200"/>
            <a:ext cx="356436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6" name="Google Shape;34;p6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36;p7"/>
          <p:cNvPicPr/>
          <p:nvPr/>
        </p:nvPicPr>
        <p:blipFill>
          <a:blip r:embed="rId3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9" name="Google Shape;39;p7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41;p8"/>
          <p:cNvPicPr/>
          <p:nvPr/>
        </p:nvPicPr>
        <p:blipFill>
          <a:blip r:embed="rId3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62" name="Google Shape;43;p8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45;p9"/>
          <p:cNvPicPr/>
          <p:nvPr/>
        </p:nvPicPr>
        <p:blipFill>
          <a:blip r:embed="rId3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65" name="Google Shape;48;p9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32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5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1" name="laser.wav"/>
          </p:stSnd>
        </p:sndAc>
      </p:transition>
    </mc:Choice>
    <mc:Fallback>
      <p:transition spd="slow">
        <p:split orient="vert"/>
        <p:sndAc>
          <p:stSnd>
            <p:snd r:embed="rId1" name="laser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audio" Target="../media/audio1.wav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audio" Target="../media/audio1.wav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2" name="laser.wav"/>
          </p:stSnd>
        </p:sndAc>
      </p:transition>
    </mc:Choice>
    <mc:Fallback>
      <p:transition spd="slow">
        <p:split orient="vert"/>
        <p:sndAc>
          <p:stSnd>
            <p:snd r:embed="rId22" name="laser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5" name="laser.wav"/>
          </p:stSnd>
        </p:sndAc>
      </p:transition>
    </mc:Choice>
    <mc:Fallback>
      <p:transition spd="slow">
        <p:split orient="vert"/>
        <p:sndAc>
          <p:stSnd>
            <p:snd r:embed="rId5" name="laser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71760" y="1476360"/>
            <a:ext cx="6000480" cy="199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73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Excel</a:t>
            </a:r>
            <a:endParaRPr lang="fr-FR" sz="7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73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Charts</a:t>
            </a:r>
            <a:endParaRPr lang="fr-FR" sz="7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2543040" y="3314880"/>
            <a:ext cx="440028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How to Create Charts in MS Excel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ubTitle"/>
          </p:nvPr>
        </p:nvSpPr>
        <p:spPr>
          <a:xfrm>
            <a:off x="228600" y="304920"/>
            <a:ext cx="107604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How to Create Charts in MS Excel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81200" y="1324080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933560" y="252396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Microsoft Excel is a powerful spreadsheet tool. Charts help visualize data clearly and quickly. Excel offers many chart types to suit various data needs.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81200" y="1324080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Types of Charts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Available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933560" y="252396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Excel provides common charts like Column, Bar, Pie, and Line. Each type serves different purposes in presenting data trends and comparisons effectively.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86102" y="599875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Creating and Customizing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Charts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E6C82A-B348-3385-272D-1DD642631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309" y="1104595"/>
            <a:ext cx="6710828" cy="3789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81200" y="1324080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Entering and Selecting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Data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933560" y="252396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highlight>
                  <a:srgbClr val="808080"/>
                </a:highlight>
                <a:uFillTx/>
                <a:latin typeface="arial"/>
                <a:ea typeface="arial"/>
              </a:rPr>
              <a:t>Start by entering your data clearly in rows and columns.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highlight>
                  <a:srgbClr val="808080"/>
                </a:highlight>
                <a:uFillTx/>
                <a:latin typeface="arial"/>
                <a:ea typeface="arial"/>
              </a:rPr>
              <a:t>Select the range carefully, including headers, to ensure your chart is accurate and well-labeled. 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Proper data organization is key to successful chart creation.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81200" y="1324080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Customizing Chart Appearance and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Labels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933560" y="252396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Enhance your chart by adding a descriptive title and adjusting colors to improve readability. Include data labels for clarity. Customization helps make your chart visually appealing and easier to interpret at a glance.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37960" y="523800"/>
            <a:ext cx="283824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28600" y="2933640"/>
            <a:ext cx="429552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Creating charts in Excel mainly enhances data visualization. Proper data entry, choosing the right chart type, and customizing appearance are essential steps. Charts improve presentations and make data-driven insights clear and accessible.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332289" y="2111199"/>
            <a:ext cx="283824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Thank You 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  <a:sym typeface="Wingdings" panose="05000000000000000000" pitchFamily="2" charset="2"/>
              </a:rPr>
              <a:t>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803551" y="3226247"/>
            <a:ext cx="429552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you have any questions, Feel Free to ask.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518171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laser.wav"/>
          </p:stSnd>
        </p:sndAc>
      </p:transition>
    </mc:Choice>
    <mc:Fallback>
      <p:transition spd="slow">
        <p:split orient="vert"/>
        <p:sndAc>
          <p:stSnd>
            <p:snd r:embed="rId2" name="laser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FFFFFF"/>
      </a:dk1>
      <a:lt1>
        <a:srgbClr val="13332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219</Words>
  <Application>Microsoft Office PowerPoint</Application>
  <PresentationFormat>On-screen Show (16:9)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</vt:lpstr>
      <vt:lpstr>Geist</vt:lpstr>
      <vt:lpstr>Geist ExtraBold</vt:lpstr>
      <vt:lpstr>Open Sans</vt:lpstr>
      <vt:lpstr>OpenSymbol</vt:lpstr>
      <vt:lpstr>Symbol</vt:lpstr>
      <vt:lpstr>Wingdings</vt:lpstr>
      <vt:lpstr>Project Roadmaps by Slidesgo</vt:lpstr>
      <vt:lpstr>Slidesgo Final Pages</vt:lpstr>
      <vt:lpstr>Excel  Charts</vt:lpstr>
      <vt:lpstr>Introduction</vt:lpstr>
      <vt:lpstr>Types of Charts  Available</vt:lpstr>
      <vt:lpstr>Creating and Customizing  Charts</vt:lpstr>
      <vt:lpstr>Entering and Selecting  Data</vt:lpstr>
      <vt:lpstr>Customizing Chart Appearance and  Labels</vt:lpstr>
      <vt:lpstr>Conclusions</vt:lpstr>
      <vt:lpstr>Thank You 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Amin Nepali</cp:lastModifiedBy>
  <cp:revision>4</cp:revision>
  <dcterms:modified xsi:type="dcterms:W3CDTF">2025-12-23T16:52:46Z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2025-12-23T16:34:17Z</dcterms:created>
  <dc:creator>Unknown Creator</dc:creator>
  <dc:description/>
  <dc:language>en-US</dc:language>
  <cp:lastModifiedBy>Unknown Creator</cp:lastModifiedBy>
  <dcterms:modified xsi:type="dcterms:W3CDTF">2025-12-23T16:34:17Z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